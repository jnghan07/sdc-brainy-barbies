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3" r:id="rId6"/>
    <p:sldId id="266" r:id="rId7"/>
    <p:sldId id="268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A3D87-792E-49A0-8046-9B85AF740569}" v="13" dt="2026-10-24T15:01:17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9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 Jing Xuan" userId="f21c535160e1c5b5" providerId="LiveId" clId="{EADD7967-F1FF-4A8F-9C39-7A150CFF1F0E}"/>
    <pc:docChg chg="undo custSel addSld delSld modSld">
      <pc:chgData name="Law Jing Xuan" userId="f21c535160e1c5b5" providerId="LiveId" clId="{EADD7967-F1FF-4A8F-9C39-7A150CFF1F0E}" dt="2026-10-24T15:03:21.373" v="307" actId="47"/>
      <pc:docMkLst>
        <pc:docMk/>
      </pc:docMkLst>
      <pc:sldChg chg="addSp modSp mod">
        <pc:chgData name="Law Jing Xuan" userId="f21c535160e1c5b5" providerId="LiveId" clId="{EADD7967-F1FF-4A8F-9C39-7A150CFF1F0E}" dt="2026-10-24T14:33:09.264" v="185" actId="207"/>
        <pc:sldMkLst>
          <pc:docMk/>
          <pc:sldMk cId="0" sldId="256"/>
        </pc:sldMkLst>
        <pc:spChg chg="mod">
          <ac:chgData name="Law Jing Xuan" userId="f21c535160e1c5b5" providerId="LiveId" clId="{EADD7967-F1FF-4A8F-9C39-7A150CFF1F0E}" dt="2026-10-24T14:33:06.055" v="184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33:09.264" v="185" actId="207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Law Jing Xuan" userId="f21c535160e1c5b5" providerId="LiveId" clId="{EADD7967-F1FF-4A8F-9C39-7A150CFF1F0E}" dt="2026-10-24T14:20:30.474" v="31" actId="20577"/>
          <ac:spMkLst>
            <pc:docMk/>
            <pc:sldMk cId="0" sldId="256"/>
            <ac:spMk id="13" creationId="{49E1B337-8E6E-103D-1CF5-0E6EBD7E3816}"/>
          </ac:spMkLst>
        </pc:spChg>
        <pc:picChg chg="mod">
          <ac:chgData name="Law Jing Xuan" userId="f21c535160e1c5b5" providerId="LiveId" clId="{EADD7967-F1FF-4A8F-9C39-7A150CFF1F0E}" dt="2026-10-24T14:20:15.727" v="2" actId="1076"/>
          <ac:picMkLst>
            <pc:docMk/>
            <pc:sldMk cId="0" sldId="256"/>
            <ac:picMk id="4" creationId="{00000000-0000-0000-0000-000000000000}"/>
          </ac:picMkLst>
        </pc:picChg>
      </pc:sldChg>
      <pc:sldChg chg="addSp delSp modSp mod">
        <pc:chgData name="Law Jing Xuan" userId="f21c535160e1c5b5" providerId="LiveId" clId="{EADD7967-F1FF-4A8F-9C39-7A150CFF1F0E}" dt="2026-10-24T14:53:17.367" v="295" actId="1076"/>
        <pc:sldMkLst>
          <pc:docMk/>
          <pc:sldMk cId="0" sldId="257"/>
        </pc:sldMkLst>
        <pc:spChg chg="mod">
          <ac:chgData name="Law Jing Xuan" userId="f21c535160e1c5b5" providerId="LiveId" clId="{EADD7967-F1FF-4A8F-9C39-7A150CFF1F0E}" dt="2026-10-24T14:52:19.025" v="231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51:10.971" v="199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51:15.263" v="212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52:01.933" v="223" actId="164"/>
          <ac:spMkLst>
            <pc:docMk/>
            <pc:sldMk cId="0" sldId="257"/>
            <ac:spMk id="8" creationId="{00000000-0000-0000-0000-000000000000}"/>
          </ac:spMkLst>
        </pc:spChg>
        <pc:spChg chg="del">
          <ac:chgData name="Law Jing Xuan" userId="f21c535160e1c5b5" providerId="LiveId" clId="{EADD7967-F1FF-4A8F-9C39-7A150CFF1F0E}" dt="2026-10-24T14:51:19.018" v="213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Law Jing Xuan" userId="f21c535160e1c5b5" providerId="LiveId" clId="{EADD7967-F1FF-4A8F-9C39-7A150CFF1F0E}" dt="2026-10-24T14:51:34.725" v="216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52:08.179" v="227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52:56.961" v="293" actId="164"/>
          <ac:spMkLst>
            <pc:docMk/>
            <pc:sldMk cId="0" sldId="257"/>
            <ac:spMk id="14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52:56.961" v="293" actId="164"/>
          <ac:spMkLst>
            <pc:docMk/>
            <pc:sldMk cId="0" sldId="257"/>
            <ac:spMk id="15" creationId="{00000000-0000-0000-0000-000000000000}"/>
          </ac:spMkLst>
        </pc:spChg>
        <pc:grpChg chg="add mod">
          <ac:chgData name="Law Jing Xuan" userId="f21c535160e1c5b5" providerId="LiveId" clId="{EADD7967-F1FF-4A8F-9C39-7A150CFF1F0E}" dt="2026-10-24T14:52:46.497" v="292" actId="164"/>
          <ac:grpSpMkLst>
            <pc:docMk/>
            <pc:sldMk cId="0" sldId="257"/>
            <ac:grpSpMk id="19" creationId="{65AADD6A-4A78-68CC-F901-0439699E7E85}"/>
          </ac:grpSpMkLst>
        </pc:grpChg>
        <pc:grpChg chg="add mod">
          <ac:chgData name="Law Jing Xuan" userId="f21c535160e1c5b5" providerId="LiveId" clId="{EADD7967-F1FF-4A8F-9C39-7A150CFF1F0E}" dt="2026-10-24T14:52:46.497" v="292" actId="164"/>
          <ac:grpSpMkLst>
            <pc:docMk/>
            <pc:sldMk cId="0" sldId="257"/>
            <ac:grpSpMk id="20" creationId="{5E67A01C-F7EE-9BD9-F7EB-32E5CECD182E}"/>
          </ac:grpSpMkLst>
        </pc:grpChg>
        <pc:grpChg chg="add mod">
          <ac:chgData name="Law Jing Xuan" userId="f21c535160e1c5b5" providerId="LiveId" clId="{EADD7967-F1FF-4A8F-9C39-7A150CFF1F0E}" dt="2026-10-24T14:53:11.035" v="294" actId="164"/>
          <ac:grpSpMkLst>
            <pc:docMk/>
            <pc:sldMk cId="0" sldId="257"/>
            <ac:grpSpMk id="21" creationId="{71C33010-CE72-7827-4CE2-22170700FB0B}"/>
          </ac:grpSpMkLst>
        </pc:grpChg>
        <pc:grpChg chg="add mod">
          <ac:chgData name="Law Jing Xuan" userId="f21c535160e1c5b5" providerId="LiveId" clId="{EADD7967-F1FF-4A8F-9C39-7A150CFF1F0E}" dt="2026-10-24T14:53:17.367" v="295" actId="1076"/>
          <ac:grpSpMkLst>
            <pc:docMk/>
            <pc:sldMk cId="0" sldId="257"/>
            <ac:grpSpMk id="22" creationId="{4141C44D-23BE-1B48-863E-90E8FD16A8B2}"/>
          </ac:grpSpMkLst>
        </pc:grpChg>
        <pc:picChg chg="mod">
          <ac:chgData name="Law Jing Xuan" userId="f21c535160e1c5b5" providerId="LiveId" clId="{EADD7967-F1FF-4A8F-9C39-7A150CFF1F0E}" dt="2026-10-24T14:32:27.630" v="179" actId="207"/>
          <ac:picMkLst>
            <pc:docMk/>
            <pc:sldMk cId="0" sldId="257"/>
            <ac:picMk id="3" creationId="{00000000-0000-0000-0000-000000000000}"/>
          </ac:picMkLst>
        </pc:picChg>
        <pc:picChg chg="mod">
          <ac:chgData name="Law Jing Xuan" userId="f21c535160e1c5b5" providerId="LiveId" clId="{EADD7967-F1FF-4A8F-9C39-7A150CFF1F0E}" dt="2026-10-24T14:52:46.497" v="292" actId="164"/>
          <ac:picMkLst>
            <pc:docMk/>
            <pc:sldMk cId="0" sldId="257"/>
            <ac:picMk id="16" creationId="{00000000-0000-0000-0000-000000000000}"/>
          </ac:picMkLst>
        </pc:picChg>
        <pc:picChg chg="del mod">
          <ac:chgData name="Law Jing Xuan" userId="f21c535160e1c5b5" providerId="LiveId" clId="{EADD7967-F1FF-4A8F-9C39-7A150CFF1F0E}" dt="2026-10-24T14:51:29.183" v="215" actId="478"/>
          <ac:picMkLst>
            <pc:docMk/>
            <pc:sldMk cId="0" sldId="257"/>
            <ac:picMk id="17" creationId="{00000000-0000-0000-0000-000000000000}"/>
          </ac:picMkLst>
        </pc:picChg>
        <pc:picChg chg="mod">
          <ac:chgData name="Law Jing Xuan" userId="f21c535160e1c5b5" providerId="LiveId" clId="{EADD7967-F1FF-4A8F-9C39-7A150CFF1F0E}" dt="2026-10-24T14:53:11.035" v="294" actId="164"/>
          <ac:picMkLst>
            <pc:docMk/>
            <pc:sldMk cId="0" sldId="257"/>
            <ac:picMk id="18" creationId="{00000000-0000-0000-0000-000000000000}"/>
          </ac:picMkLst>
        </pc:picChg>
      </pc:sldChg>
      <pc:sldChg chg="delSp modSp mod">
        <pc:chgData name="Law Jing Xuan" userId="f21c535160e1c5b5" providerId="LiveId" clId="{EADD7967-F1FF-4A8F-9C39-7A150CFF1F0E}" dt="2026-10-24T14:31:55.921" v="176" actId="207"/>
        <pc:sldMkLst>
          <pc:docMk/>
          <pc:sldMk cId="0" sldId="258"/>
        </pc:sldMkLst>
        <pc:spChg chg="mod">
          <ac:chgData name="Law Jing Xuan" userId="f21c535160e1c5b5" providerId="LiveId" clId="{EADD7967-F1FF-4A8F-9C39-7A150CFF1F0E}" dt="2026-10-24T14:31:14.027" v="167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31:35.207" v="171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31:22.210" v="168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31:38.212" v="172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31:52.997" v="175" actId="207"/>
          <ac:spMkLst>
            <pc:docMk/>
            <pc:sldMk cId="0" sldId="258"/>
            <ac:spMk id="9" creationId="{00000000-0000-0000-0000-000000000000}"/>
          </ac:spMkLst>
        </pc:spChg>
        <pc:spChg chg="del">
          <ac:chgData name="Law Jing Xuan" userId="f21c535160e1c5b5" providerId="LiveId" clId="{EADD7967-F1FF-4A8F-9C39-7A150CFF1F0E}" dt="2026-10-24T14:21:11.088" v="35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31:55.921" v="17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del mod">
        <pc:chgData name="Law Jing Xuan" userId="f21c535160e1c5b5" providerId="LiveId" clId="{EADD7967-F1FF-4A8F-9C39-7A150CFF1F0E}" dt="2026-10-24T15:00:10.218" v="296" actId="47"/>
        <pc:sldMkLst>
          <pc:docMk/>
          <pc:sldMk cId="0" sldId="259"/>
        </pc:sldMkLst>
        <pc:spChg chg="mod">
          <ac:chgData name="Law Jing Xuan" userId="f21c535160e1c5b5" providerId="LiveId" clId="{EADD7967-F1FF-4A8F-9C39-7A150CFF1F0E}" dt="2026-10-24T14:30:45.127" v="164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21:55.122" v="45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31:01.292" v="166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21:47.577" v="43" actId="14100"/>
          <ac:spMkLst>
            <pc:docMk/>
            <pc:sldMk cId="0" sldId="259"/>
            <ac:spMk id="15" creationId="{00000000-0000-0000-0000-000000000000}"/>
          </ac:spMkLst>
        </pc:spChg>
        <pc:picChg chg="mod">
          <ac:chgData name="Law Jing Xuan" userId="f21c535160e1c5b5" providerId="LiveId" clId="{EADD7967-F1FF-4A8F-9C39-7A150CFF1F0E}" dt="2026-10-24T14:30:47.702" v="165" actId="207"/>
          <ac:picMkLst>
            <pc:docMk/>
            <pc:sldMk cId="0" sldId="259"/>
            <ac:picMk id="16" creationId="{00000000-0000-0000-0000-000000000000}"/>
          </ac:picMkLst>
        </pc:picChg>
        <pc:picChg chg="mod">
          <ac:chgData name="Law Jing Xuan" userId="f21c535160e1c5b5" providerId="LiveId" clId="{EADD7967-F1FF-4A8F-9C39-7A150CFF1F0E}" dt="2026-10-24T14:30:31.284" v="162" actId="207"/>
          <ac:picMkLst>
            <pc:docMk/>
            <pc:sldMk cId="0" sldId="259"/>
            <ac:picMk id="19" creationId="{00000000-0000-0000-0000-000000000000}"/>
          </ac:picMkLst>
        </pc:picChg>
      </pc:sldChg>
      <pc:sldChg chg="modSp mod">
        <pc:chgData name="Law Jing Xuan" userId="f21c535160e1c5b5" providerId="LiveId" clId="{EADD7967-F1FF-4A8F-9C39-7A150CFF1F0E}" dt="2026-10-24T14:33:35.400" v="186" actId="207"/>
        <pc:sldMkLst>
          <pc:docMk/>
          <pc:sldMk cId="0" sldId="260"/>
        </pc:sldMkLst>
        <pc:spChg chg="mod">
          <ac:chgData name="Law Jing Xuan" userId="f21c535160e1c5b5" providerId="LiveId" clId="{EADD7967-F1FF-4A8F-9C39-7A150CFF1F0E}" dt="2026-10-24T14:33:35.400" v="186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30:01.120" v="154" actId="207"/>
          <ac:spMkLst>
            <pc:docMk/>
            <pc:sldMk cId="0" sldId="260"/>
            <ac:spMk id="6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30:08.256" v="156" actId="207"/>
          <ac:spMkLst>
            <pc:docMk/>
            <pc:sldMk cId="0" sldId="260"/>
            <ac:spMk id="7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24:19.692" v="132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22:47.886" v="63" actId="21"/>
          <ac:spMkLst>
            <pc:docMk/>
            <pc:sldMk cId="0" sldId="260"/>
            <ac:spMk id="16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23:00.647" v="68" actId="21"/>
          <ac:spMkLst>
            <pc:docMk/>
            <pc:sldMk cId="0" sldId="260"/>
            <ac:spMk id="17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23:30.997" v="94" actId="21"/>
          <ac:spMkLst>
            <pc:docMk/>
            <pc:sldMk cId="0" sldId="260"/>
            <ac:spMk id="18" creationId="{00000000-0000-0000-0000-000000000000}"/>
          </ac:spMkLst>
        </pc:spChg>
        <pc:picChg chg="mod">
          <ac:chgData name="Law Jing Xuan" userId="f21c535160e1c5b5" providerId="LiveId" clId="{EADD7967-F1FF-4A8F-9C39-7A150CFF1F0E}" dt="2026-10-24T14:30:04.565" v="155" actId="207"/>
          <ac:picMkLst>
            <pc:docMk/>
            <pc:sldMk cId="0" sldId="260"/>
            <ac:picMk id="13" creationId="{00000000-0000-0000-0000-000000000000}"/>
          </ac:picMkLst>
        </pc:picChg>
      </pc:sldChg>
      <pc:sldChg chg="del">
        <pc:chgData name="Law Jing Xuan" userId="f21c535160e1c5b5" providerId="LiveId" clId="{EADD7967-F1FF-4A8F-9C39-7A150CFF1F0E}" dt="2026-10-24T14:24:48.212" v="133" actId="47"/>
        <pc:sldMkLst>
          <pc:docMk/>
          <pc:sldMk cId="0" sldId="261"/>
        </pc:sldMkLst>
      </pc:sldChg>
      <pc:sldChg chg="del">
        <pc:chgData name="Law Jing Xuan" userId="f21c535160e1c5b5" providerId="LiveId" clId="{EADD7967-F1FF-4A8F-9C39-7A150CFF1F0E}" dt="2026-10-24T14:24:53.662" v="134" actId="47"/>
        <pc:sldMkLst>
          <pc:docMk/>
          <pc:sldMk cId="0" sldId="262"/>
        </pc:sldMkLst>
      </pc:sldChg>
      <pc:sldChg chg="del">
        <pc:chgData name="Law Jing Xuan" userId="f21c535160e1c5b5" providerId="LiveId" clId="{EADD7967-F1FF-4A8F-9C39-7A150CFF1F0E}" dt="2026-10-24T14:26:50.832" v="135" actId="47"/>
        <pc:sldMkLst>
          <pc:docMk/>
          <pc:sldMk cId="0" sldId="264"/>
        </pc:sldMkLst>
      </pc:sldChg>
      <pc:sldChg chg="modSp del mod">
        <pc:chgData name="Law Jing Xuan" userId="f21c535160e1c5b5" providerId="LiveId" clId="{EADD7967-F1FF-4A8F-9C39-7A150CFF1F0E}" dt="2026-10-24T15:03:21.373" v="307" actId="47"/>
        <pc:sldMkLst>
          <pc:docMk/>
          <pc:sldMk cId="0" sldId="265"/>
        </pc:sldMkLst>
        <pc:spChg chg="mod">
          <ac:chgData name="Law Jing Xuan" userId="f21c535160e1c5b5" providerId="LiveId" clId="{EADD7967-F1FF-4A8F-9C39-7A150CFF1F0E}" dt="2026-10-24T14:29:02.092" v="145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29:20.324" v="148" actId="207"/>
          <ac:spMkLst>
            <pc:docMk/>
            <pc:sldMk cId="0" sldId="265"/>
            <ac:spMk id="3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29:28.447" v="149" actId="207"/>
          <ac:spMkLst>
            <pc:docMk/>
            <pc:sldMk cId="0" sldId="265"/>
            <ac:spMk id="5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29:34.695" v="152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27:25.679" v="137" actId="20577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Law Jing Xuan" userId="f21c535160e1c5b5" providerId="LiveId" clId="{EADD7967-F1FF-4A8F-9C39-7A150CFF1F0E}" dt="2026-10-24T14:28:06.813" v="139" actId="207"/>
        <pc:sldMkLst>
          <pc:docMk/>
          <pc:sldMk cId="0" sldId="266"/>
        </pc:sldMkLst>
        <pc:spChg chg="mod">
          <ac:chgData name="Law Jing Xuan" userId="f21c535160e1c5b5" providerId="LiveId" clId="{EADD7967-F1FF-4A8F-9C39-7A150CFF1F0E}" dt="2026-10-24T14:28:06.813" v="139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Law Jing Xuan" userId="f21c535160e1c5b5" providerId="LiveId" clId="{EADD7967-F1FF-4A8F-9C39-7A150CFF1F0E}" dt="2026-10-24T14:28:02.253" v="138" actId="207"/>
          <ac:spMkLst>
            <pc:docMk/>
            <pc:sldMk cId="0" sldId="266"/>
            <ac:spMk id="6" creationId="{00000000-0000-0000-0000-000000000000}"/>
          </ac:spMkLst>
        </pc:spChg>
      </pc:sldChg>
      <pc:sldChg chg="addSp delSp modSp new mod">
        <pc:chgData name="Law Jing Xuan" userId="f21c535160e1c5b5" providerId="LiveId" clId="{EADD7967-F1FF-4A8F-9C39-7A150CFF1F0E}" dt="2026-10-24T15:01:17.148" v="306"/>
        <pc:sldMkLst>
          <pc:docMk/>
          <pc:sldMk cId="2269222645" sldId="267"/>
        </pc:sldMkLst>
        <pc:grpChg chg="del mod">
          <ac:chgData name="Law Jing Xuan" userId="f21c535160e1c5b5" providerId="LiveId" clId="{EADD7967-F1FF-4A8F-9C39-7A150CFF1F0E}" dt="2026-10-24T15:01:10.605" v="303"/>
          <ac:grpSpMkLst>
            <pc:docMk/>
            <pc:sldMk cId="2269222645" sldId="267"/>
            <ac:grpSpMk id="4" creationId="{A1AF0994-62C6-758D-69C5-7310DD3BEBB0}"/>
          </ac:grpSpMkLst>
        </pc:grpChg>
        <pc:grpChg chg="mod">
          <ac:chgData name="Law Jing Xuan" userId="f21c535160e1c5b5" providerId="LiveId" clId="{EADD7967-F1FF-4A8F-9C39-7A150CFF1F0E}" dt="2026-10-24T15:01:10.605" v="303"/>
          <ac:grpSpMkLst>
            <pc:docMk/>
            <pc:sldMk cId="2269222645" sldId="267"/>
            <ac:grpSpMk id="7" creationId="{24641DB5-A8FE-214C-7AD9-147EC1C2C68F}"/>
          </ac:grpSpMkLst>
        </pc:grpChg>
        <pc:grpChg chg="mod">
          <ac:chgData name="Law Jing Xuan" userId="f21c535160e1c5b5" providerId="LiveId" clId="{EADD7967-F1FF-4A8F-9C39-7A150CFF1F0E}" dt="2026-10-24T15:01:17.148" v="306"/>
          <ac:grpSpMkLst>
            <pc:docMk/>
            <pc:sldMk cId="2269222645" sldId="267"/>
            <ac:grpSpMk id="10" creationId="{750AC7CC-3DB3-9179-943A-8E0F212B1818}"/>
          </ac:grpSpMkLst>
        </pc:grpChg>
        <pc:inkChg chg="add mod">
          <ac:chgData name="Law Jing Xuan" userId="f21c535160e1c5b5" providerId="LiveId" clId="{EADD7967-F1FF-4A8F-9C39-7A150CFF1F0E}" dt="2026-10-24T15:01:10.605" v="303"/>
          <ac:inkMkLst>
            <pc:docMk/>
            <pc:sldMk cId="2269222645" sldId="267"/>
            <ac:inkMk id="2" creationId="{D1716AB4-38F4-E34A-2CCC-7BEDFC229B3B}"/>
          </ac:inkMkLst>
        </pc:inkChg>
        <pc:inkChg chg="add mod">
          <ac:chgData name="Law Jing Xuan" userId="f21c535160e1c5b5" providerId="LiveId" clId="{EADD7967-F1FF-4A8F-9C39-7A150CFF1F0E}" dt="2026-10-24T15:01:10.605" v="303"/>
          <ac:inkMkLst>
            <pc:docMk/>
            <pc:sldMk cId="2269222645" sldId="267"/>
            <ac:inkMk id="3" creationId="{A02CB69D-DD03-FEB0-036F-76549A14EF40}"/>
          </ac:inkMkLst>
        </pc:inkChg>
        <pc:inkChg chg="add mod">
          <ac:chgData name="Law Jing Xuan" userId="f21c535160e1c5b5" providerId="LiveId" clId="{EADD7967-F1FF-4A8F-9C39-7A150CFF1F0E}" dt="2026-10-24T15:01:10.605" v="303"/>
          <ac:inkMkLst>
            <pc:docMk/>
            <pc:sldMk cId="2269222645" sldId="267"/>
            <ac:inkMk id="5" creationId="{1B7E1631-EDD9-7AA7-B24D-A8103A0725A3}"/>
          </ac:inkMkLst>
        </pc:inkChg>
        <pc:inkChg chg="add mod">
          <ac:chgData name="Law Jing Xuan" userId="f21c535160e1c5b5" providerId="LiveId" clId="{EADD7967-F1FF-4A8F-9C39-7A150CFF1F0E}" dt="2026-10-24T15:01:10.605" v="303"/>
          <ac:inkMkLst>
            <pc:docMk/>
            <pc:sldMk cId="2269222645" sldId="267"/>
            <ac:inkMk id="6" creationId="{B43B873F-D1A3-64BC-B9B6-6195B7C19ED7}"/>
          </ac:inkMkLst>
        </pc:inkChg>
        <pc:inkChg chg="add mod">
          <ac:chgData name="Law Jing Xuan" userId="f21c535160e1c5b5" providerId="LiveId" clId="{EADD7967-F1FF-4A8F-9C39-7A150CFF1F0E}" dt="2026-10-24T15:01:17.148" v="306"/>
          <ac:inkMkLst>
            <pc:docMk/>
            <pc:sldMk cId="2269222645" sldId="267"/>
            <ac:inkMk id="8" creationId="{D5CF02BF-6698-D7A5-D065-74028A120F45}"/>
          </ac:inkMkLst>
        </pc:inkChg>
        <pc:inkChg chg="add mod">
          <ac:chgData name="Law Jing Xuan" userId="f21c535160e1c5b5" providerId="LiveId" clId="{EADD7967-F1FF-4A8F-9C39-7A150CFF1F0E}" dt="2026-10-24T15:01:17.148" v="306"/>
          <ac:inkMkLst>
            <pc:docMk/>
            <pc:sldMk cId="2269222645" sldId="267"/>
            <ac:inkMk id="9" creationId="{7A44AFC8-FE90-C794-FA33-44E84031C946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054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771" y="0"/>
            <a:ext cx="4938712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" y="0"/>
            <a:ext cx="5667375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35" y="820638"/>
            <a:ext cx="114300" cy="1143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2"/>
          <p:cNvSpPr/>
          <p:nvPr/>
        </p:nvSpPr>
        <p:spPr>
          <a:xfrm>
            <a:off x="864022" y="781050"/>
            <a:ext cx="325493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kern="0" spc="134" dirty="0">
                <a:solidFill>
                  <a:srgbClr val="2457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SDC HACKATHON XMUM 2026</a:t>
            </a:r>
            <a:endParaRPr lang="en-US" sz="1120" dirty="0"/>
          </a:p>
        </p:txBody>
      </p:sp>
      <p:sp>
        <p:nvSpPr>
          <p:cNvPr id="7" name="Text 3"/>
          <p:cNvSpPr/>
          <p:nvPr/>
        </p:nvSpPr>
        <p:spPr>
          <a:xfrm>
            <a:off x="640035" y="1085031"/>
            <a:ext cx="4809998" cy="923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760" b="1" kern="0" spc="-403" dirty="0">
                <a:solidFill>
                  <a:srgbClr val="152A3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Future</a:t>
            </a:r>
            <a:r>
              <a:rPr lang="en-US" sz="5760" b="1" kern="0" spc="-403" dirty="0">
                <a:solidFill>
                  <a:srgbClr val="2457D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Path</a:t>
            </a:r>
            <a:endParaRPr lang="en-US" sz="5760" dirty="0"/>
          </a:p>
        </p:txBody>
      </p:sp>
      <p:sp>
        <p:nvSpPr>
          <p:cNvPr id="8" name="Text 4"/>
          <p:cNvSpPr/>
          <p:nvPr/>
        </p:nvSpPr>
        <p:spPr>
          <a:xfrm>
            <a:off x="640035" y="2098030"/>
            <a:ext cx="3905399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94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CV to a clearer next</a:t>
            </a:r>
            <a:endParaRPr lang="en-US" sz="1940" dirty="0"/>
          </a:p>
        </p:txBody>
      </p:sp>
      <p:sp>
        <p:nvSpPr>
          <p:cNvPr id="9" name="Text 5"/>
          <p:cNvSpPr/>
          <p:nvPr/>
        </p:nvSpPr>
        <p:spPr>
          <a:xfrm>
            <a:off x="640035" y="2394272"/>
            <a:ext cx="798939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94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step.</a:t>
            </a:r>
            <a:endParaRPr lang="en-US" sz="1940" dirty="0"/>
          </a:p>
        </p:txBody>
      </p:sp>
      <p:sp>
        <p:nvSpPr>
          <p:cNvPr id="10" name="Shape 6"/>
          <p:cNvSpPr/>
          <p:nvPr/>
        </p:nvSpPr>
        <p:spPr>
          <a:xfrm>
            <a:off x="640966" y="3065934"/>
            <a:ext cx="1095375" cy="5715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Shape 7"/>
          <p:cNvSpPr/>
          <p:nvPr/>
        </p:nvSpPr>
        <p:spPr>
          <a:xfrm>
            <a:off x="639068" y="4732176"/>
            <a:ext cx="733425" cy="52388"/>
          </a:xfrm>
          <a:prstGeom prst="roundRect">
            <a:avLst>
              <a:gd name="adj" fmla="val 50000"/>
            </a:avLst>
          </a:prstGeom>
          <a:solidFill>
            <a:srgbClr val="2457D6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49E1B337-8E6E-103D-1CF5-0E6EBD7E3816}"/>
              </a:ext>
            </a:extLst>
          </p:cNvPr>
          <p:cNvSpPr/>
          <p:nvPr/>
        </p:nvSpPr>
        <p:spPr>
          <a:xfrm>
            <a:off x="639068" y="4435934"/>
            <a:ext cx="325493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kern="0" spc="134" dirty="0">
                <a:solidFill>
                  <a:srgbClr val="2457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By: Brainy Barbies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1"/>
          </a:solidFill>
          <a:ln/>
        </p:spPr>
        <p:txBody>
          <a:bodyPr/>
          <a:lstStyle/>
          <a:p>
            <a:endParaRPr lang="en-MY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866" y="446"/>
            <a:ext cx="2833687" cy="1233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86648"/>
            <a:ext cx="9144000" cy="57150"/>
          </a:xfrm>
          <a:prstGeom prst="rect">
            <a:avLst/>
          </a:prstGeom>
          <a:solidFill>
            <a:srgbClr val="2457D6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2"/>
          <p:cNvSpPr/>
          <p:nvPr/>
        </p:nvSpPr>
        <p:spPr>
          <a:xfrm>
            <a:off x="640035" y="424755"/>
            <a:ext cx="6819833" cy="504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70" b="1" kern="0" spc="-174" dirty="0">
                <a:solidFill>
                  <a:srgbClr val="152A3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Problem</a:t>
            </a:r>
            <a:endParaRPr lang="en-US" sz="3170" dirty="0"/>
          </a:p>
        </p:txBody>
      </p:sp>
      <p:sp>
        <p:nvSpPr>
          <p:cNvPr id="6" name="Text 3"/>
          <p:cNvSpPr/>
          <p:nvPr/>
        </p:nvSpPr>
        <p:spPr>
          <a:xfrm>
            <a:off x="640035" y="859259"/>
            <a:ext cx="2785266" cy="504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70" b="1" kern="0" spc="-174" dirty="0">
                <a:solidFill>
                  <a:srgbClr val="152A3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Statement</a:t>
            </a:r>
            <a:endParaRPr lang="en-US" sz="3170" dirty="0"/>
          </a:p>
        </p:txBody>
      </p:sp>
      <p:sp>
        <p:nvSpPr>
          <p:cNvPr id="7" name="Shape 4"/>
          <p:cNvSpPr/>
          <p:nvPr/>
        </p:nvSpPr>
        <p:spPr>
          <a:xfrm>
            <a:off x="640035" y="1744154"/>
            <a:ext cx="2438400" cy="1671638"/>
          </a:xfrm>
          <a:prstGeom prst="rect">
            <a:avLst/>
          </a:prstGeom>
          <a:ln/>
        </p:spPr>
        <p:txBody>
          <a:bodyPr/>
          <a:lstStyle/>
          <a:p>
            <a:endParaRPr lang="en-MY"/>
          </a:p>
        </p:txBody>
      </p:sp>
      <p:sp>
        <p:nvSpPr>
          <p:cNvPr id="10" name="Shape 7"/>
          <p:cNvSpPr/>
          <p:nvPr/>
        </p:nvSpPr>
        <p:spPr>
          <a:xfrm>
            <a:off x="3352763" y="1744154"/>
            <a:ext cx="2438400" cy="1671638"/>
          </a:xfrm>
          <a:prstGeom prst="rect">
            <a:avLst/>
          </a:prstGeom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6065527" y="1744154"/>
            <a:ext cx="2438400" cy="1671638"/>
          </a:xfrm>
          <a:prstGeom prst="rect">
            <a:avLst/>
          </a:prstGeom>
          <a:ln/>
        </p:spPr>
        <p:txBody>
          <a:bodyPr/>
          <a:lstStyle/>
          <a:p>
            <a:endParaRPr lang="en-MY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7A01C-F7EE-9BD9-F7EB-32E5CECD182E}"/>
              </a:ext>
            </a:extLst>
          </p:cNvPr>
          <p:cNvGrpSpPr/>
          <p:nvPr/>
        </p:nvGrpSpPr>
        <p:grpSpPr>
          <a:xfrm>
            <a:off x="1786664" y="1744154"/>
            <a:ext cx="2843462" cy="1671638"/>
            <a:chOff x="1786664" y="1744154"/>
            <a:chExt cx="2843462" cy="167163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5AADD6A-4A78-68CC-F901-0439699E7E85}"/>
                </a:ext>
              </a:extLst>
            </p:cNvPr>
            <p:cNvGrpSpPr/>
            <p:nvPr/>
          </p:nvGrpSpPr>
          <p:grpSpPr>
            <a:xfrm>
              <a:off x="1801037" y="1948086"/>
              <a:ext cx="2829089" cy="1447576"/>
              <a:chOff x="618123" y="1948086"/>
              <a:chExt cx="2829089" cy="1447576"/>
            </a:xfrm>
          </p:grpSpPr>
          <p:sp>
            <p:nvSpPr>
              <p:cNvPr id="8" name="Text 5"/>
              <p:cNvSpPr/>
              <p:nvPr/>
            </p:nvSpPr>
            <p:spPr>
              <a:xfrm>
                <a:off x="640035" y="1948086"/>
                <a:ext cx="630034" cy="51911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3240" b="1" kern="0" spc="-194" dirty="0">
                    <a:solidFill>
                      <a:schemeClr val="accent4">
                        <a:lumMod val="75000"/>
                      </a:schemeClr>
                    </a:solidFill>
                    <a:latin typeface="Sora" pitchFamily="34" charset="0"/>
                    <a:ea typeface="Sora" pitchFamily="34" charset="-122"/>
                    <a:cs typeface="Sora" pitchFamily="34" charset="-120"/>
                  </a:rPr>
                  <a:t>01</a:t>
                </a:r>
                <a:endParaRPr lang="en-US" sz="324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Text 9"/>
              <p:cNvSpPr/>
              <p:nvPr/>
            </p:nvSpPr>
            <p:spPr>
              <a:xfrm>
                <a:off x="618123" y="2607766"/>
                <a:ext cx="2829089" cy="7878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089"/>
                  </a:lnSpc>
                  <a:buNone/>
                </a:pPr>
                <a:r>
                  <a:rPr lang="en-US" sz="1550" dirty="0">
                    <a:solidFill>
                      <a:srgbClr val="152A3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Rapid AI change makes</a:t>
                </a:r>
                <a:endParaRPr lang="en-US" sz="1550" dirty="0"/>
              </a:p>
              <a:p>
                <a:pPr marL="0" indent="0" algn="l">
                  <a:lnSpc>
                    <a:spcPts val="2089"/>
                  </a:lnSpc>
                  <a:buNone/>
                </a:pPr>
                <a:r>
                  <a:rPr lang="en-US" sz="1550" dirty="0">
                    <a:solidFill>
                      <a:srgbClr val="152A3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learning priorities</a:t>
                </a:r>
                <a:endParaRPr lang="en-US" sz="1550" dirty="0"/>
              </a:p>
              <a:p>
                <a:pPr marL="0" indent="0" algn="l">
                  <a:lnSpc>
                    <a:spcPts val="2089"/>
                  </a:lnSpc>
                  <a:buNone/>
                </a:pPr>
                <a:r>
                  <a:rPr lang="en-US" sz="1550" dirty="0">
                    <a:solidFill>
                      <a:srgbClr val="152A3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harder to choose</a:t>
                </a:r>
                <a:endParaRPr lang="en-US" sz="1550" dirty="0"/>
              </a:p>
            </p:txBody>
          </p:sp>
        </p:grpSp>
        <p:pic>
          <p:nvPicPr>
            <p:cNvPr id="16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86664" y="1744154"/>
              <a:ext cx="2438400" cy="1671638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41C44D-23BE-1B48-863E-90E8FD16A8B2}"/>
              </a:ext>
            </a:extLst>
          </p:cNvPr>
          <p:cNvGrpSpPr/>
          <p:nvPr/>
        </p:nvGrpSpPr>
        <p:grpSpPr>
          <a:xfrm>
            <a:off x="5035935" y="1744154"/>
            <a:ext cx="2830153" cy="1671638"/>
            <a:chOff x="6065490" y="1744154"/>
            <a:chExt cx="2830153" cy="167163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1C33010-CE72-7827-4CE2-22170700FB0B}"/>
                </a:ext>
              </a:extLst>
            </p:cNvPr>
            <p:cNvGrpSpPr/>
            <p:nvPr/>
          </p:nvGrpSpPr>
          <p:grpSpPr>
            <a:xfrm>
              <a:off x="6065490" y="1948086"/>
              <a:ext cx="2830153" cy="1460376"/>
              <a:chOff x="6065490" y="1948086"/>
              <a:chExt cx="2830153" cy="1460376"/>
            </a:xfrm>
          </p:grpSpPr>
          <p:sp>
            <p:nvSpPr>
              <p:cNvPr id="14" name="Text 11"/>
              <p:cNvSpPr/>
              <p:nvPr/>
            </p:nvSpPr>
            <p:spPr>
              <a:xfrm>
                <a:off x="6065490" y="1948086"/>
                <a:ext cx="739155" cy="51911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3240" b="1" kern="0" spc="-194" dirty="0">
                    <a:solidFill>
                      <a:srgbClr val="2457D6"/>
                    </a:solidFill>
                    <a:latin typeface="Sora" pitchFamily="34" charset="0"/>
                    <a:ea typeface="Sora" pitchFamily="34" charset="-122"/>
                    <a:cs typeface="Sora" pitchFamily="34" charset="-120"/>
                  </a:rPr>
                  <a:t>02</a:t>
                </a:r>
                <a:endParaRPr lang="en-US" sz="3240" dirty="0"/>
              </a:p>
            </p:txBody>
          </p:sp>
          <p:sp>
            <p:nvSpPr>
              <p:cNvPr id="15" name="Text 12"/>
              <p:cNvSpPr/>
              <p:nvPr/>
            </p:nvSpPr>
            <p:spPr>
              <a:xfrm>
                <a:off x="6065490" y="2620566"/>
                <a:ext cx="2830153" cy="7878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089"/>
                  </a:lnSpc>
                  <a:buNone/>
                </a:pPr>
                <a:r>
                  <a:rPr lang="en-US" sz="1550" dirty="0">
                    <a:solidFill>
                      <a:srgbClr val="152A3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Unclear next steps can</a:t>
                </a:r>
                <a:endParaRPr lang="en-US" sz="1550" dirty="0"/>
              </a:p>
              <a:p>
                <a:pPr marL="0" indent="0" algn="l">
                  <a:lnSpc>
                    <a:spcPts val="2089"/>
                  </a:lnSpc>
                  <a:buNone/>
                </a:pPr>
                <a:r>
                  <a:rPr lang="en-US" sz="1550" dirty="0">
                    <a:solidFill>
                      <a:srgbClr val="152A3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leave graduates feeling</a:t>
                </a:r>
                <a:endParaRPr lang="en-US" sz="1550" dirty="0"/>
              </a:p>
              <a:p>
                <a:pPr marL="0" indent="0" algn="l">
                  <a:lnSpc>
                    <a:spcPts val="2089"/>
                  </a:lnSpc>
                  <a:buNone/>
                </a:pPr>
                <a:r>
                  <a:rPr lang="en-US" sz="1550" dirty="0">
                    <a:solidFill>
                      <a:srgbClr val="152A38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lost</a:t>
                </a:r>
                <a:endParaRPr lang="en-US" sz="1550" dirty="0"/>
              </a:p>
            </p:txBody>
          </p:sp>
        </p:grp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65527" y="1744154"/>
              <a:ext cx="2438400" cy="16716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114391" y="50936"/>
            <a:ext cx="4938712" cy="4938712"/>
          </a:xfrm>
          <a:prstGeom prst="ellipse">
            <a:avLst/>
          </a:prstGeom>
          <a:ln w="9525">
            <a:solidFill>
              <a:srgbClr val="FFFFFF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5028307" y="667643"/>
            <a:ext cx="3476625" cy="3476625"/>
          </a:xfrm>
          <a:prstGeom prst="ellipse">
            <a:avLst/>
          </a:prstGeom>
          <a:ln w="9525">
            <a:solidFill>
              <a:srgbClr val="FFFFFF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640035" y="368573"/>
            <a:ext cx="7111305" cy="481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20" b="1" kern="0" spc="-151" dirty="0">
                <a:solidFill>
                  <a:schemeClr val="accent2">
                    <a:lumMod val="50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skills landscape is shifting</a:t>
            </a:r>
            <a:endParaRPr lang="en-US" sz="302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35" y="818480"/>
            <a:ext cx="3566331" cy="1728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0" b="1" kern="0" spc="-972" dirty="0">
                <a:solidFill>
                  <a:schemeClr val="accent1">
                    <a:lumMod val="75000"/>
                  </a:scheme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39%</a:t>
            </a:r>
            <a:endParaRPr lang="en-US" sz="10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522241" y="1386317"/>
            <a:ext cx="4186230" cy="81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15"/>
              </a:lnSpc>
              <a:buNone/>
            </a:pPr>
            <a:r>
              <a:rPr lang="en-US" sz="1690" dirty="0">
                <a:solidFill>
                  <a:schemeClr val="accent2">
                    <a:lumMod val="50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workers’ existing skills are</a:t>
            </a:r>
            <a:endParaRPr lang="en-US" sz="169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 algn="l">
              <a:lnSpc>
                <a:spcPts val="2115"/>
              </a:lnSpc>
              <a:buNone/>
            </a:pPr>
            <a:r>
              <a:rPr lang="en-US" sz="1690" dirty="0">
                <a:solidFill>
                  <a:schemeClr val="accent2">
                    <a:lumMod val="50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expected to change or become</a:t>
            </a:r>
            <a:endParaRPr lang="en-US" sz="169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 algn="l">
              <a:lnSpc>
                <a:spcPts val="2115"/>
              </a:lnSpc>
              <a:buNone/>
            </a:pPr>
            <a:r>
              <a:rPr lang="en-US" sz="1690" dirty="0">
                <a:solidFill>
                  <a:schemeClr val="accent2">
                    <a:lumMod val="50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outdated by 2030</a:t>
            </a:r>
            <a:endParaRPr lang="en-US" sz="169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556" y="2557463"/>
            <a:ext cx="7862887" cy="1119188"/>
          </a:xfrm>
          <a:prstGeom prst="rect">
            <a:avLst/>
          </a:prstGeom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640035" y="2689920"/>
            <a:ext cx="6610314" cy="97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chemeClr val="accent2">
                    <a:lumMod val="50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Employers project </a:t>
            </a:r>
            <a:r>
              <a:rPr lang="en-US" sz="144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170M jobs</a:t>
            </a:r>
            <a:r>
              <a:rPr lang="en-US" sz="144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4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</a:t>
            </a:r>
            <a:r>
              <a:rPr lang="en-US" sz="144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40" dirty="0">
                <a:solidFill>
                  <a:schemeClr val="accent2">
                    <a:lumMod val="50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</a:t>
            </a:r>
            <a:r>
              <a:rPr lang="en-US" sz="144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92M displaced</a:t>
            </a:r>
            <a:r>
              <a:rPr lang="en-US" sz="144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40" dirty="0">
                <a:solidFill>
                  <a:schemeClr val="accent2">
                    <a:lumMod val="50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</a:t>
            </a:r>
            <a:r>
              <a:rPr lang="en-US" sz="1440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chemeClr val="accent2">
                    <a:lumMod val="50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2030 across broader structural</a:t>
            </a:r>
            <a:endParaRPr lang="en-US" sz="144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chemeClr val="accent2">
                    <a:lumMod val="50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change</a:t>
            </a:r>
            <a:endParaRPr lang="en-US" sz="144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18459" y="3827878"/>
            <a:ext cx="499689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u="sng" dirty="0">
                <a:solidFill>
                  <a:schemeClr val="accent2">
                    <a:lumMod val="50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World Economic Forum, Future of Jobs Report 2025</a:t>
            </a:r>
            <a:endParaRPr lang="en-US" sz="108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556" y="2557463"/>
            <a:ext cx="7862887" cy="11191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936852" y="410468"/>
            <a:ext cx="3933825" cy="3933825"/>
          </a:xfrm>
          <a:prstGeom prst="ellipse">
            <a:avLst/>
          </a:prstGeom>
          <a:ln w="9525">
            <a:solidFill>
              <a:srgbClr val="14283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5029721" y="514796"/>
            <a:ext cx="3748087" cy="4205288"/>
          </a:xfrm>
          <a:prstGeom prst="roundRect">
            <a:avLst>
              <a:gd name="adj" fmla="val 4879"/>
            </a:avLst>
          </a:prstGeom>
          <a:solidFill>
            <a:srgbClr val="F3F6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5303565" y="788640"/>
            <a:ext cx="3200400" cy="3657600"/>
          </a:xfrm>
          <a:prstGeom prst="rect">
            <a:avLst/>
          </a:prstGeom>
          <a:ln w="19050">
            <a:solidFill>
              <a:srgbClr val="14273B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5327423" y="1122286"/>
            <a:ext cx="823913" cy="219075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888314" y="844980"/>
            <a:ext cx="219075" cy="21907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5406340" y="1757931"/>
            <a:ext cx="2466975" cy="109537"/>
          </a:xfrm>
          <a:prstGeom prst="roundRect">
            <a:avLst>
              <a:gd name="adj" fmla="val 50000"/>
            </a:avLst>
          </a:prstGeom>
          <a:solidFill>
            <a:srgbClr val="D5DED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5433695" y="2007874"/>
            <a:ext cx="1828800" cy="109537"/>
          </a:xfrm>
          <a:prstGeom prst="roundRect">
            <a:avLst>
              <a:gd name="adj" fmla="val 50000"/>
            </a:avLst>
          </a:prstGeom>
          <a:solidFill>
            <a:srgbClr val="D5DED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5535962" y="2362644"/>
            <a:ext cx="1095375" cy="1095375"/>
          </a:xfrm>
          <a:prstGeom prst="ellipse">
            <a:avLst/>
          </a:prstGeom>
          <a:ln/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5686844" y="3955278"/>
            <a:ext cx="1352550" cy="366712"/>
          </a:xfrm>
          <a:prstGeom prst="roundRect">
            <a:avLst>
              <a:gd name="adj" fmla="val 24935"/>
            </a:avLst>
          </a:prstGeom>
          <a:solidFill>
            <a:srgbClr val="E6EEE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7120086" y="3779298"/>
            <a:ext cx="1352550" cy="366712"/>
          </a:xfrm>
          <a:prstGeom prst="roundRect">
            <a:avLst>
              <a:gd name="adj" fmla="val 24935"/>
            </a:avLst>
          </a:prstGeom>
          <a:solidFill>
            <a:srgbClr val="E6EEE7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962" y="2362644"/>
            <a:ext cx="1095375" cy="10953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35" y="396180"/>
            <a:ext cx="4767047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40" b="1" kern="0" spc="-225" dirty="0">
                <a:solidFill>
                  <a:srgbClr val="152A3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Meet FuturePath</a:t>
            </a:r>
            <a:endParaRPr lang="en-US" sz="3740" dirty="0"/>
          </a:p>
        </p:txBody>
      </p:sp>
      <p:sp>
        <p:nvSpPr>
          <p:cNvPr id="15" name="Text 12"/>
          <p:cNvSpPr/>
          <p:nvPr/>
        </p:nvSpPr>
        <p:spPr>
          <a:xfrm>
            <a:off x="306797" y="1630903"/>
            <a:ext cx="4203942" cy="25898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spcAft>
                <a:spcPts val="972"/>
              </a:spcAft>
              <a:buAutoNum type="arabicPeriod"/>
            </a:pPr>
            <a:r>
              <a:rPr lang="en-US" sz="144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Upload a CV </a:t>
            </a:r>
          </a:p>
          <a:p>
            <a:pPr marL="342900" indent="-342900" algn="l">
              <a:spcAft>
                <a:spcPts val="972"/>
              </a:spcAft>
              <a:buAutoNum type="arabicPeriod"/>
            </a:pPr>
            <a:r>
              <a:rPr lang="en-US" sz="144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 a structured skills profile</a:t>
            </a:r>
          </a:p>
          <a:p>
            <a:pPr marL="342900" indent="-342900">
              <a:spcAft>
                <a:spcPts val="972"/>
              </a:spcAft>
              <a:buAutoNum type="arabicPeriod"/>
            </a:pPr>
            <a:r>
              <a:rPr lang="en-US" sz="144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skills that are usable now, in demand, or</a:t>
            </a:r>
            <a:endParaRPr lang="en-US" sz="1440" dirty="0"/>
          </a:p>
          <a:p>
            <a:pPr>
              <a:lnSpc>
                <a:spcPts val="1800"/>
              </a:lnSpc>
            </a:pPr>
            <a:r>
              <a:rPr lang="en-US" sz="144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exposed to changing tasks</a:t>
            </a:r>
          </a:p>
          <a:p>
            <a:pPr>
              <a:lnSpc>
                <a:spcPts val="1800"/>
              </a:lnSpc>
            </a:pPr>
            <a:endParaRPr lang="en-US" sz="1440" dirty="0">
              <a:solidFill>
                <a:srgbClr val="152A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ts val="1800"/>
              </a:lnSpc>
            </a:pPr>
            <a:r>
              <a:rPr lang="en-US" sz="144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   Explore matching career options and priority skill</a:t>
            </a:r>
            <a:endParaRPr lang="en-US" sz="1440" dirty="0"/>
          </a:p>
          <a:p>
            <a:pPr>
              <a:lnSpc>
                <a:spcPts val="1800"/>
              </a:lnSpc>
            </a:pPr>
            <a:r>
              <a:rPr lang="en-US" sz="144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gaps</a:t>
            </a:r>
          </a:p>
          <a:p>
            <a:pPr>
              <a:lnSpc>
                <a:spcPts val="1800"/>
              </a:lnSpc>
            </a:pPr>
            <a:endParaRPr lang="en-US" sz="1440" dirty="0">
              <a:solidFill>
                <a:srgbClr val="152A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ts val="1800"/>
              </a:lnSpc>
            </a:pPr>
            <a:r>
              <a:rPr lang="en-US" sz="144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    Choose an upskilling path with clearer next steps</a:t>
            </a:r>
            <a:endParaRPr lang="en-US" sz="1440" dirty="0"/>
          </a:p>
          <a:p>
            <a:pPr marL="342900" indent="-342900" algn="l">
              <a:spcAft>
                <a:spcPts val="972"/>
              </a:spcAft>
              <a:buAutoNum type="arabicPeriod"/>
            </a:pP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640035" y="1650165"/>
            <a:ext cx="4969133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640035" y="2230743"/>
            <a:ext cx="5547531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640035" y="2806750"/>
            <a:ext cx="554433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A38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5120580" y="-1188690"/>
            <a:ext cx="4572000" cy="4572000"/>
          </a:xfrm>
          <a:prstGeom prst="ellipse">
            <a:avLst/>
          </a:prstGeom>
          <a:ln w="9525">
            <a:solidFill>
              <a:srgbClr val="FFFF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640035" y="368573"/>
            <a:ext cx="8838761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48" dirty="0">
                <a:solidFill>
                  <a:srgbClr val="F3F6F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Built with Replit + RunPod + Qwen3-VL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40035" y="1113416"/>
            <a:ext cx="3444634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F3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Replit: develop and deploy the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F3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640035" y="1689422"/>
            <a:ext cx="339616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972"/>
              </a:spcAft>
              <a:buNone/>
            </a:pPr>
            <a:r>
              <a:rPr lang="en-US" sz="1440" dirty="0">
                <a:solidFill>
                  <a:srgbClr val="F3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RunPod: host model inference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640035" y="2045973"/>
            <a:ext cx="4381738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F3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Qwen3-VL-4B-Instruct: read CV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F3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and extract structured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F3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candidate information, especially skills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4503874" y="1113160"/>
            <a:ext cx="4000500" cy="1619250"/>
          </a:xfrm>
          <a:prstGeom prst="rect">
            <a:avLst/>
          </a:prstGeom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4807148" y="1469678"/>
            <a:ext cx="3869702" cy="904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3"/>
              </a:lnSpc>
              <a:buNone/>
            </a:pPr>
            <a:r>
              <a:rPr lang="en-US" sz="1690" b="1" dirty="0">
                <a:solidFill>
                  <a:srgbClr val="F3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Pipeline: CV upload → model</a:t>
            </a:r>
            <a:endParaRPr lang="en-US" sz="1690" dirty="0"/>
          </a:p>
          <a:p>
            <a:pPr marL="0" indent="0" algn="l">
              <a:lnSpc>
                <a:spcPts val="2453"/>
              </a:lnSpc>
              <a:buNone/>
            </a:pPr>
            <a:r>
              <a:rPr lang="en-US" sz="1690" b="1" dirty="0">
                <a:solidFill>
                  <a:srgbClr val="F3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extraction → skill profile →</a:t>
            </a:r>
            <a:endParaRPr lang="en-US" sz="1690" dirty="0"/>
          </a:p>
          <a:p>
            <a:pPr marL="0" indent="0" algn="l">
              <a:lnSpc>
                <a:spcPts val="2453"/>
              </a:lnSpc>
              <a:buNone/>
            </a:pPr>
            <a:r>
              <a:rPr lang="en-US" sz="1690" b="1" dirty="0">
                <a:solidFill>
                  <a:srgbClr val="F3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matching and guidance</a:t>
            </a:r>
            <a:endParaRPr lang="en-US" sz="1690" dirty="0"/>
          </a:p>
        </p:txBody>
      </p:sp>
      <p:sp>
        <p:nvSpPr>
          <p:cNvPr id="10" name="Text 8"/>
          <p:cNvSpPr/>
          <p:nvPr/>
        </p:nvSpPr>
        <p:spPr>
          <a:xfrm>
            <a:off x="640035" y="3117726"/>
            <a:ext cx="903552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25"/>
              </a:spcBef>
              <a:buNone/>
            </a:pPr>
            <a:r>
              <a:rPr lang="en-US" sz="1440" dirty="0">
                <a:solidFill>
                  <a:srgbClr val="D0D4D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Skill-demand and AI-exposure labels should be explained as signals, not certainty</a:t>
            </a:r>
            <a:endParaRPr lang="en-US" sz="144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3874" y="1113160"/>
            <a:ext cx="4000500" cy="161925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068" y="2988952"/>
            <a:ext cx="7134225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6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5577371" y="0"/>
            <a:ext cx="3567113" cy="5143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5211626" y="668127"/>
            <a:ext cx="3567113" cy="3567113"/>
          </a:xfrm>
          <a:prstGeom prst="ellipse">
            <a:avLst/>
          </a:prstGeom>
          <a:ln w="9525">
            <a:solidFill>
              <a:srgbClr val="14283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5852220" y="1182960"/>
            <a:ext cx="2286000" cy="2286000"/>
          </a:xfrm>
          <a:prstGeom prst="ellipse">
            <a:avLst/>
          </a:prstGeom>
          <a:ln w="9525">
            <a:solidFill>
              <a:srgbClr val="14283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492776" y="1697757"/>
            <a:ext cx="1004887" cy="1004887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640035" y="678135"/>
            <a:ext cx="315238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30" dirty="0">
                <a:solidFill>
                  <a:srgbClr val="2457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SDC HACKATHON XMUM 2026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0035" y="976164"/>
            <a:ext cx="5788409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3740" b="1" kern="0" spc="-225" dirty="0">
                <a:solidFill>
                  <a:srgbClr val="152A3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Less guessing. More</a:t>
            </a:r>
            <a:endParaRPr lang="en-US" sz="3740" dirty="0"/>
          </a:p>
        </p:txBody>
      </p:sp>
      <p:sp>
        <p:nvSpPr>
          <p:cNvPr id="9" name="Text 7"/>
          <p:cNvSpPr/>
          <p:nvPr/>
        </p:nvSpPr>
        <p:spPr>
          <a:xfrm>
            <a:off x="640035" y="1480170"/>
            <a:ext cx="6350652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3740" b="1" kern="0" spc="-225" dirty="0">
                <a:solidFill>
                  <a:srgbClr val="152A3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intentional next steps.</a:t>
            </a:r>
            <a:endParaRPr lang="en-US" sz="3740" dirty="0"/>
          </a:p>
        </p:txBody>
      </p:sp>
      <p:sp>
        <p:nvSpPr>
          <p:cNvPr id="10" name="Text 8"/>
          <p:cNvSpPr/>
          <p:nvPr/>
        </p:nvSpPr>
        <p:spPr>
          <a:xfrm>
            <a:off x="640035" y="2438474"/>
            <a:ext cx="61002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55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FuturePath helps graduates understand what they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35" y="2684190"/>
            <a:ext cx="16374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55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already bring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35" y="3058492"/>
            <a:ext cx="618252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55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makes skill gaps and possible paths easier to see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35" y="3432795"/>
            <a:ext cx="562250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52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Then graduates can choose what to learn next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BF57E37-9EDD-70E5-CDCD-402B8A929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9866" y="446"/>
            <a:ext cx="2833687" cy="1233488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38F6EC0-A315-366D-6BF1-125BD17019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-4974" y="3967893"/>
            <a:ext cx="2833687" cy="12334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B410E7-E9CB-7DC9-9389-B5EC695588E9}"/>
              </a:ext>
            </a:extLst>
          </p:cNvPr>
          <p:cNvSpPr txBox="1"/>
          <p:nvPr/>
        </p:nvSpPr>
        <p:spPr>
          <a:xfrm>
            <a:off x="2541850" y="2120398"/>
            <a:ext cx="49974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4800" b="1" kern="0" spc="130" dirty="0">
                <a:solidFill>
                  <a:srgbClr val="2457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6AFADEA-A84B-3E93-2FF6-727E7518FE25}"/>
              </a:ext>
            </a:extLst>
          </p:cNvPr>
          <p:cNvSpPr/>
          <p:nvPr/>
        </p:nvSpPr>
        <p:spPr>
          <a:xfrm>
            <a:off x="6785428" y="546685"/>
            <a:ext cx="4756294" cy="4756296"/>
          </a:xfrm>
          <a:prstGeom prst="ellipse">
            <a:avLst/>
          </a:prstGeom>
          <a:ln w="9525">
            <a:solidFill>
              <a:srgbClr val="14283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C9C377BA-9296-5E2E-8E96-64C3787616C2}"/>
              </a:ext>
            </a:extLst>
          </p:cNvPr>
          <p:cNvSpPr/>
          <p:nvPr/>
        </p:nvSpPr>
        <p:spPr>
          <a:xfrm>
            <a:off x="7639566" y="1285223"/>
            <a:ext cx="3048092" cy="3048092"/>
          </a:xfrm>
          <a:prstGeom prst="ellipse">
            <a:avLst/>
          </a:prstGeom>
          <a:ln w="9525">
            <a:solidFill>
              <a:srgbClr val="14283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AA5135C2-D2A5-26FE-A5AE-6BDB23EB14E1}"/>
              </a:ext>
            </a:extLst>
          </p:cNvPr>
          <p:cNvSpPr/>
          <p:nvPr/>
        </p:nvSpPr>
        <p:spPr>
          <a:xfrm>
            <a:off x="8493667" y="2054204"/>
            <a:ext cx="1339890" cy="133989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866D06E9-C3D8-C0E9-BDD5-FBDD0CDCE487}"/>
              </a:ext>
            </a:extLst>
          </p:cNvPr>
          <p:cNvSpPr/>
          <p:nvPr/>
        </p:nvSpPr>
        <p:spPr>
          <a:xfrm>
            <a:off x="640035" y="820638"/>
            <a:ext cx="114300" cy="1143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FBEAA0BC-DA93-1501-F179-C48728B51FA9}"/>
              </a:ext>
            </a:extLst>
          </p:cNvPr>
          <p:cNvSpPr/>
          <p:nvPr/>
        </p:nvSpPr>
        <p:spPr>
          <a:xfrm>
            <a:off x="864022" y="781050"/>
            <a:ext cx="325493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kern="0" spc="134" dirty="0">
                <a:solidFill>
                  <a:srgbClr val="2457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SDC HACKATHON XMUM 2026</a:t>
            </a:r>
            <a:endParaRPr lang="en-US" sz="112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B7B1D93A-8344-5C57-3AA8-C11C3FBCC558}"/>
              </a:ext>
            </a:extLst>
          </p:cNvPr>
          <p:cNvSpPr/>
          <p:nvPr/>
        </p:nvSpPr>
        <p:spPr>
          <a:xfrm>
            <a:off x="639068" y="4435934"/>
            <a:ext cx="325493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kern="0" spc="134" dirty="0">
                <a:solidFill>
                  <a:srgbClr val="2457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By: Brainy Barbies</a:t>
            </a:r>
            <a:endParaRPr lang="en-US" sz="1120" dirty="0"/>
          </a:p>
        </p:txBody>
      </p:sp>
    </p:spTree>
    <p:extLst>
      <p:ext uri="{BB962C8B-B14F-4D97-AF65-F5344CB8AC3E}">
        <p14:creationId xmlns:p14="http://schemas.microsoft.com/office/powerpoint/2010/main" val="2870661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242</Words>
  <Application>Microsoft Office PowerPoint</Application>
  <PresentationFormat>On-screen Show (16:9)</PresentationFormat>
  <Paragraphs>61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Sora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PANG JING HAN</cp:lastModifiedBy>
  <cp:revision>4</cp:revision>
  <dcterms:created xsi:type="dcterms:W3CDTF">2026-10-24T14:18:50Z</dcterms:created>
  <dcterms:modified xsi:type="dcterms:W3CDTF">2026-10-24T20:09:37Z</dcterms:modified>
</cp:coreProperties>
</file>